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6" r:id="rId17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93C5FD"/>
                </a:solidFill>
                <a:latin typeface="Apple SD Gothic Neo"/>
              </a:rPr>
              <a:t>파트너 제안서 · 카모아 × OriPics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렌터카 인수·반납 사진에</a:t>
            </a:r>
          </a:p>
          <a:p>
            <a:pPr algn="l"/>
            <a:r>
              <a:rPr sz="4000" b="1">
                <a:solidFill>
                  <a:srgbClr val="FFFFFF"/>
                </a:solidFill>
              </a:rPr>
              <a:t>'검증 계층'과 '공동 사서함'을 얹는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CBD5E1"/>
                </a:solidFill>
                <a:latin typeface="Apple SD Gothic Neo"/>
              </a:rPr>
              <a:t>업체가 찍는 손상 사진과 고객이 찍는 사진을 예약별 공동 사서함 한 곳에 모으고, '언제 어디서 찍은 원본인지'와 '상대가 그 사진을 확인했는지'까지 제3자가 볼 수 있게 만듭니다. 개발 연동 없이 시작하고 카모아 부담 비용은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Apple SD Gothic Neo"/>
              </a:rPr>
              <a:t>2026년 9월 (개정 v2 · 사서함 기능 반영) · SantaHades Co., Ltd. (용인) · 대표 손용석 · hi@ori.pics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렌터카 피해구제 1,743건 중 사고·손상 분쟁 617건(35%), 2023년 1위 (한국소비자원)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직원 사진은 '업체가 찍은 것'이라 고객이 믿지 않음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앱은 사진을 압축 업로드 → 원본성·시각 증명이 약함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 개인 사진은 카톡 전송으로 시각 정보 소실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CS는 양쪽 사진의 시각을 검증할 수단이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제안 (1단계, 개발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파트너 코드: 제휴 업체 직원 Pro 첫 달 무료 (고객은 무료 앱만 설치)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예약별 공동 사서함: 업체가 개설 → 고객·카모아 CS를 초대코드/QR로 초대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인수·반납 사진은 촬영 순간 시각·GPS·기기 검증·원본 판정이 자동, 촬영 건수는 업체 부담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사진마다 '아직 안 본 참여자 수'가 표시되어 고객 확인 여부가 기록됨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사서함 사진은 삭제 불가(사후 조작 방지) · 확인서 PDF 즉시 발행 · CS는 웹에서 열람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12주 파일럿 10개 업체, 비용 전액 OriPics 부담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카모아가 얻는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분쟁 중재가 '사서함 하나 열어 보기'로 끝남 → CS 시간 감소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'고객이 인수 사진을 확인했다'는 열람 기록 → 사후 '몰랐다' 분쟁 차단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리뷰 신뢰 지표 개선 (흠집·과태료 분쟁 리뷰 감소)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무료 ERP에 검증·공유 기능 추가 → 600개 업체 락인 강화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확인서 PDF로 보험·과태료 소명 근거 확보 (서울 적발 1위 업종=렌터카)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'C2PA 적합성 인증 제품 채택 첫 렌터카 플랫폼' 보도 소재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지금 카모아 제휴 업체의 인수·반납 사진은 이렇게 흐릅니다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고객이 카모아 앱에서 예약 → 업체 파트너스 ERP에 예약 생성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15768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16936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54096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인수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직원이 직원용 앱으로 차량 손상 사진 촬영·업로드(압축), 전자계약서 휴대폰 서명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84064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3872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고객 촬영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고객은 본인 폰으로 따로 찍어 두라는 권고 — 갤러리에만 남고 업체와 공유 안 됨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52360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53528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90688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반납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직원이 다시 촬영해 비교, 새 손상·유류 차액 청구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820656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1824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8984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0464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5309"/>
                </a:solidFill>
                <a:latin typeface="Apple SD Gothic Neo"/>
              </a:rPr>
              <a:t>분쟁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984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업체 사진은 고객이 불신, 고객 사진은 시각 정보 없음 → 카모아 리뷰·CS로 항의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20624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33087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4ED8"/>
                </a:solidFill>
                <a:latin typeface="Apple SD Gothic Neo"/>
              </a:rPr>
              <a:t>확인된 사실 (공개 자료 기준)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480560"/>
            <a:ext cx="1078992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파트너스: 2015년부터 개발한 71개 기능 무료 ERP, 전자계약서 휴대폰 작성·관리 (아이티데일리·아웃스탠딩)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직원용 앱: 2017년 '차량 대미지 사진'·전자계약서, 2021~22년 사진 압축 품질 개선, 2025년 연속 촬영(멀티샷) 카메라 추가 (App Store 버전 기록)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공식 FAQ의 알림톡은 '예약 완료 확인' 용도만 확인됨. 아래 두 가지는 미팅에서 확인할 질문:</a:t>
            </a:r>
          </a:p>
          <a:p>
            <a:pPr>
              <a:lnSpc>
                <a:spcPct val="120000"/>
              </a:lnSpc>
            </a:pPr>
            <a:r>
              <a:rPr sz="1200" b="1">
                <a:solidFill>
                  <a:srgbClr val="1D4ED8"/>
                </a:solidFill>
                <a:latin typeface="Apple SD Gothic Neo"/>
              </a:rPr>
              <a:t>   ① 인수·반납 때 고객에게 차량 사진을 요청·수집하는 절차(알림톡 URL 등)가 있습니까?</a:t>
            </a:r>
          </a:p>
          <a:p>
            <a:pPr>
              <a:lnSpc>
                <a:spcPct val="120000"/>
              </a:lnSpc>
            </a:pPr>
            <a:r>
              <a:rPr sz="1200" b="1">
                <a:solidFill>
                  <a:srgbClr val="1D4ED8"/>
                </a:solidFill>
                <a:latin typeface="Apple SD Gothic Neo"/>
              </a:rPr>
              <a:t>   ② 카모아 파트너스에서 업체가 고객에게 알림톡·문자를 보내는 기능이 있습니까?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WHY IT HURTS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분쟁의 구조 — 양쪽 사진 모두 '시각'을 증명하지 못합니다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업체 직원 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앱으로 촬영 → 압축 업로드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 입장: '업체가 찍고 업체가 보관' → 사후 촬영·선택 의심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원본성·촬영 시각을 제3자가 확인할 방법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고객 개인 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본인 폰 카메라 → 갤러리 보관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카톡·문자 전송 시 압축, EXIF(시각·위치) 소실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입장: '언제 찍은 건지 모른다' → 인정 안 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69080"/>
            <a:ext cx="11064240" cy="19202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45309"/>
                </a:solidFill>
                <a:latin typeface="Apple SD Gothic Neo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07899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분쟁이 길어지고 카모아 리뷰에 '흠집 뒤집어씌움' 후기가 남음 → 업체·플랫폼 신뢰 동반 하락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CS가 중재하지만 판단 근거가 없어 시간이 걸림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유류·주행거리 정산도 계기판 사진의 시각을 두고 같은 다툼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과태료 통지가 나중에 와도 반납 시각을 증명하지 못해 업체가 부담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WHAT ORIPICS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OriPics — 사진이 '그 시각 그곳에서 실제 기기로 찍힌 원본'임을 증명합니다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촬영 시점 기기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앱 카메라 셔터 순간 Apple App Attest · Google Play Integrity로 실제 기기·실제 촬영임을 서버가 확인 (앱 촬영분)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픽셀 단위 원본 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보이지 않는 디지털 지문을 픽셀에 새김. 한 픽셀만 바뀌어도 '변조'로 표시. 압축·전송 후에도 판독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11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국제 표준 C2PA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2336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C2PA 매니페스트(SSL.com 인증서·RFC 3161 타임스탬프) 동봉. C2PA 공식 적합 제품 목록 등재, Adobe Inspect 등 외부 도구로도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52044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611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공개링크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2336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촬영 시각·GPS·기기·원본 여부를 링크 하나로 확인. 받는 쪽은 앱 설치·로그인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75569"/>
                </a:solidFill>
                <a:latin typeface="Apple SD Gothic Neo"/>
              </a:rPr>
              <a:t>※ OriPics는 촬영 시각·위치·기기·원본 여부를 증명하는 도구입니다. 증거 능력의 인정 여부는 심사 기관이 판단하며, 파일로 올린 이미지는 인증 시점부터 원본임을 증명합니다.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SHARED MAILBOX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공동 사서함 — 인수·반납 기록을 업체·고객·카모아가 한 곳에서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예약별 사서함 · 초대코드/QR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업체 직원이 예약(차량)별로 개설. 고객은 카운터 QR 또는 문자 초대문으로 참여 — 1회용 코드, 이름·역할은 업체가 지정(수정 불가). 카모아 CS도 참여자로 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참여자 촬영 = 자동 인증, 건수는 업체 부담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사서함 안 [촬영하기]는 좌표·공개링크가 항상 포함되고 셔터 즉시 인증됩니다. 고객이 찍어도 차감은 업체(개설자) 건수 — 고객은 비용·가입 부담 없이 참여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11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열람 확인 · 삭제 잠금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2336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사진마다 '아직 안 본 참여자 수'(0도 표시)와 열람 시각이 남습니다. 사서함에 들어간 사진은 사서함이 삭제되기 전까지 누구도 삭제·철회 불가 → 사후 조작 논쟁이 사라짐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52044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611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확인서 PDF · 백업 · 웹 열람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2336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참여자 누구나 확인서 PDF(참여자 표·사진별 시각·좌표·등급·QR·미열람 수) 발행과 웹 저장소 백업 가능. 카모아 CS는 앱 없이 웹(ori.pics/mailboxes)에서 실시간 열람. 반납 후 '잠금'으로 읽기 전용 보존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75569"/>
                </a:solidFill>
                <a:latin typeface="Apple SD Gothic Neo"/>
              </a:rPr>
              <a:t>※ 사서함 개설은 로그인 사용자 누구나. 무료 1개·참여자 20명, Pro 무제한·참여자 50명. 개설자 삭제 시 참여자 전원 알림 후 7일 유예, 그 사이 백업 가능. 담당자 교체는 '개설자 권한 이전'으로.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PROPOSAL · 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50" b="1">
                <a:solidFill>
                  <a:srgbClr val="0F172A"/>
                </a:solidFill>
                <a:latin typeface="Apple SD Gothic Neo"/>
              </a:rPr>
              <a:t>1단계 — 개발 연동 없이, 파트너 코드와 예약별 공동 사서함으로 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파트너 코드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파트너스 공지로 제휴 업체에 배포 → 직원 폰에 OriPics 설치·코드 등록(첫 달 Pro 무료, 사서함 무제한)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고객은 무료 앱 설치·로그인만 — 촬영 건수는 업체(개설자) 부담이라 고객 비용 0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비용: 파일럿 기간 업체 Pro 요금까지 전액 OriPics 부담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예약별 공동 사서함 (이름 = 예약번호·차량번호)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75569"/>
                </a:solidFill>
                <a:latin typeface="Apple SD Gothic Neo"/>
              </a:rPr>
              <a:t>• 인수 시 직원이 사서함 개설(개설자 이름=업체명·지점) → 카운터 QR 스탠드 또는 문자 초대문으로 고객 참여(이름·역할 '고객' 고정)</a:t>
            </a:r>
          </a:p>
          <a:p>
            <a:pPr algn="l"/>
            <a:r>
              <a:rPr sz="1250" b="0">
                <a:solidFill>
                  <a:srgbClr val="475569"/>
                </a:solidFill>
              </a:rPr>
              <a:t>• 카모아 CS 공용 계정을 참여자(역할 '플랫폼 담당자')로 초대 → 웹에서 모든 제휴 사서함 실시간 열람</a:t>
            </a:r>
          </a:p>
          <a:p>
            <a:pPr algn="l"/>
            <a:r>
              <a:rPr sz="1250" b="0">
                <a:solidFill>
                  <a:srgbClr val="475569"/>
                </a:solidFill>
              </a:rPr>
              <a:t>• 사진은 공개링크로 OriPics 서버 보관, 사서함 삭제 전까지 삭제 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1064240" cy="21031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4ED8"/>
                </a:solidFill>
                <a:latin typeface="Apple SD Gothic Neo"/>
              </a:rPr>
              <a:t>기존 흐름은 그대로, 사서함 촬영만 추가됩니다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107899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 손상 사진·전자계약서는 지금처럼. 사서함 [촬영하기]로 4면·손상 부위·계기판을 한 번 더 찍으면 시각·GPS·기기 검증·링크가 자동입니다(장당 몇 초).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공개메모(100자)에 '앞 범퍼 좌측 기존 스크래치'처럼 적으면 그리드·상세·PDF에 함께 표시됩니다.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고객은 출발 전 사서함에서 인수 사진을 열어 봅니다 → 사진마다 '미열람 0'이 되면 고객 확인 완료. 고객이 직접 찍은 사진도 같은 사서함에 남습니다.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반납 후 직원이 사서함을 '잠금'(읽기 전용)하고, 분쟁 시 CS는 웹에서 사서함을 열거나 확인서 PDF 한 장으로 판단합니다.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제휴 후 — 인수에서 분쟁 판단까지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사서함 개설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예약 확정 후 직원이 예약번호로 사서함 개설. 카모아 CS 계정 자동 초대(운영 합의)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15768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16936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54096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고객 초대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카운터 QR 스캔 또는 문자 초대문 → 고객 이름·역할 고정으로 참여. 앱 설치·로그인만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84064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3872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F172A"/>
                </a:solidFill>
                <a:latin typeface="Apple SD Gothic Neo"/>
              </a:rPr>
              <a:t>인수 촬영·확인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직원(필요시 고객도) 사서함 촬영 → 자동 인증. 고객이 열어 보면 '미열람 0' = 인수 상태 확인 기록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52360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53528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90688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F172A"/>
                </a:solidFill>
                <a:latin typeface="Apple SD Gothic Neo"/>
              </a:rPr>
              <a:t>반납 촬영·잠금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같은 사서함에 반납 촬영. 새 손상은 인수·반납 사진을 나란히. 정산 후 잠금(읽기 전용)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820656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1824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8984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0464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분쟁 판단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984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CS가 웹에서 사서함 열람 또는 확인서 PDF 확인 — 시각·좌표·원본·열람 기록으로 판단. 과태료는 반납 시각으로 이용자 특정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8056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72000"/>
            <a:ext cx="10789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앱·파트너스 화면은 1단계에서 바뀌지 않습니다. 바뀌는 것은 '사진에 붙은 정보'와 '사진이 모이는 곳(사서함)', 그리고 '고객이 봤다는 기록'입니다.</a:t>
            </a:r>
          </a:p>
          <a:p>
            <a:pPr algn="l"/>
            <a:r>
              <a:rPr sz="1200" b="0">
                <a:solidFill>
                  <a:srgbClr val="475569"/>
                </a:solidFill>
              </a:rPr>
              <a:t>• 고객 참여는 예약 확정 안내에 초대 안내 한 줄(또는 카운터 QR)만 있으면 됩니다. 사서함 번호·비밀번호 배포는 필요 없습니다.</a:t>
            </a:r>
          </a:p>
          <a:p>
            <a:pPr algn="l"/>
            <a:r>
              <a:rPr sz="1200" b="0">
                <a:solidFill>
                  <a:srgbClr val="475569"/>
                </a:solidFill>
              </a:rPr>
              <a:t>• 예약번호는 1단계에서 사서함 이름에 직원이 입력 → 2단계에서 예약 생성 시 자동 개설.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BENEFITS FOR CARMORE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카모아가 얻는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분쟁 중재 비용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CS가 사서함 하나(또는 PDF 한 장)로 판단. '언제 찍었나'·'고객이 봤나' 논쟁 자체가 사라짐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39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리뷰 신뢰 지표 개선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39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흠집·과태료 분쟁 후기('기스 20~50만 원', '과태료 2달 뒤 통보') 감소 → 리뷰 시스템 신뢰 강화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8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8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600개 업체 락인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8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무료 ERP에 '검증 사진 + 고객 공유 + 열람 확인' 기능이 더해져 경쟁 플랫폼 이탈 유인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업체 손실 방어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확인서 PDF(참여자·사진별 시각·좌표·QR·열람)로 과태료(서울 적발 1위 업종=렌터카)·손상 청구·보험 소명 근거 확보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39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보도·마케팅 소재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39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'C2PA 적합성 인증 제품을 채택한 첫 렌터카 플랫폼' — 신뢰를 파는 플랫폼에 맞는 메시지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8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8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개발 없이, 비용 없이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8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자체 개발 시 기기 검증·원본 판정·C2PA 서명·공유·열람 확인 각각 수개월. 파일럿은 공지 한 번과 CS 계정 하나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PHASE 2 &amp;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2단계 연동 옵션과 요금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2단계 연동 (파일럿 결과 후, 카모아 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예약 생성 시 API로 사서함 자동 개설(이름=예약번호) + 예약 확정 알림톡에 고객 초대 링크 자동 삽입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카모아 CS 공용 계정 자동 초대 → CS 도구에서 사서함 웹 열람·확인서 PDF 바로 열기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카모아 앱 예약 상세에 '인수·반납 사서함' 버튼 → 고객이 앱 안에서 확인·촬영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파트너스 ERP 손상 사진 항목에 사서함 링크 필드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6517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요금 모델 (파일럿 종료 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파일럿 12주: 카모아·업체·고객 부담 0원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이후 업체 택1: 정액 월 99,000원(5계정·촬영 무제한·사서함 무제한) 또는 차량당 월 500원. 사서함 촬영은 개설자 부담이라 고객 무료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카모아가 배포·정산하면 파트너스 부가 서비스로 편입 가능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• 고객 개인이 별도로 쓰려면 원데이 패스 3,300원·Pro 9,900원 기존 상품 그대로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484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45309"/>
                </a:solidFill>
                <a:latin typeface="Apple SD Gothic Neo"/>
              </a:rPr>
              <a:t>준수 사항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10789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사서함 사진은 공개링크로 OriPics 서버에 보관되며 사서함 삭제(참여자 알림 후 7일 유예) 시 함께 삭제됩니다. 참여자는 삭제 전 웹 저장소로 백업할 수 있습니다. 차량번호·인물이 포함될 수 있으므로 고객 안내 문구에 보관·열람 범위(사서함 참여자)를 명시합니다.</a:t>
            </a:r>
          </a:p>
          <a:p>
            <a:pPr algn="l"/>
            <a:r>
              <a:rPr sz="1200" b="0">
                <a:solidFill>
                  <a:srgbClr val="475569"/>
                </a:solidFill>
              </a:rPr>
              <a:t>• OriPics는 촬영 시각·위치·기기·원본 여부와 열람 기록을 증명하는 도구이며 증거 능력 인정은 심사 기관(보험사·법원)이 판단합니다. 촬영 시점 기기 검증은 앱 촬영분에 적용됩니다.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실행 일정과 요청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863840"/>
                <a:gridCol w="173736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단계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내용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기간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담당자 미팅 30분 → 파일럿 업체 10곳 선정 → 직원 15분 온보딩(원격: 사서함 개설·QR 스탠드 인쇄·초대문 발송) → 카모아 CS 공용 계정 1개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파일럿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예약별 사서함 운영 · 고객 초대·열람 · 반납 후 잠금 · 월 1회 중간 점검(10분) · 분쟁 건은 확인서 PDF로 대응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12주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사서함 수, 고객 참여율·열람 완료율, 분쟁 발생·해결 소요 변화, PDF 활용 건수, 업체·고객 의견 → 확대·연동·중단 판단 자료 1장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13주차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31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카모아에 요청드리는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3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① 파트너 담당자 미팅 30분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② 파일럿 참여 업체 10곳 추천(제주 중심 권장)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③ 파트너스 공지 1회 + 예약 확정 안내에 '사서함 초대' 한 줄 검토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④ 카모아 CS 공용 계정 1개(사서함 참여·웹 열람용)</a:t>
            </a:r>
          </a:p>
          <a:p>
            <a:pPr algn="l"/>
            <a:r>
              <a:rPr sz="1300" b="0">
                <a:solidFill>
                  <a:srgbClr val="475569"/>
                </a:solidFill>
              </a:rPr>
              <a:t>⑤ 파일럿 후 2단계 연동 여부 논의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931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OriPics가 준비한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343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75569"/>
                </a:solidFill>
                <a:latin typeface="Apple SD Gothic Neo"/>
              </a:rPr>
              <a:t>• 렌터카 직군 랜딩(ori.pics/for/rental-fleet) · 사서함 확인서 PDF 실물 샘플</a:t>
            </a:r>
          </a:p>
          <a:p>
            <a:pPr algn="l"/>
            <a:r>
              <a:rPr sz="1250" b="0">
                <a:solidFill>
                  <a:srgbClr val="475569"/>
                </a:solidFill>
              </a:rPr>
              <a:t>• 카운터 QR 스탠드 양식 · 고객 초대문(앱 자동 생성) · 업체 직원용 15분 교육 슬라이드</a:t>
            </a:r>
          </a:p>
          <a:p>
            <a:pPr algn="l"/>
            <a:r>
              <a:rPr sz="1250" b="0">
                <a:solidFill>
                  <a:srgbClr val="475569"/>
                </a:solidFill>
              </a:rPr>
              <a:t>• C2PA 공식 적합 제품 목록 링크 · 검증 방법 FAQ</a:t>
            </a:r>
          </a:p>
          <a:p>
            <a:pPr algn="l"/>
            <a:r>
              <a:rPr sz="1250" b="0">
                <a:solidFill>
                  <a:srgbClr val="475569"/>
                </a:solidFill>
              </a:rPr>
              <a:t>• 연락: hi@ori.pics · SantaHades Co., Ltd.(용인) · 대표 손용석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