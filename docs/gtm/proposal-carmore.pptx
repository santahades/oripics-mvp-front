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731520"/>
            <a:ext cx="822960" cy="822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20116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93C5FD"/>
                </a:solidFill>
                <a:latin typeface="Apple SD Gothic Neo"/>
              </a:rPr>
              <a:t>파트너 제안서 · 카모아 × OriPics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10515600" cy="1645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Apple SD Gothic Neo"/>
              </a:rPr>
              <a:t>렌터카 인수·반납 사진에</a:t>
            </a:r>
          </a:p>
          <a:p>
            <a:pPr algn="l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Apple SD Gothic Neo"/>
              </a:rPr>
              <a:t>'검증 계층'을 얹는 제안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CBD5E1"/>
                </a:solidFill>
                <a:latin typeface="Apple SD Gothic Neo"/>
              </a:rPr>
              <a:t>업체 직원이 찍는 손상 사진과 고객이 찍는 사진, 둘 다 '언제 어디서 찍은 원본인지'를 제3자가 확인할 수 있게 만듭니다. 개발 연동 없이 시작하고 카모아 부담 비용은 없습니다.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6072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4A3B8"/>
                </a:solidFill>
                <a:latin typeface="Apple SD Gothic Neo"/>
              </a:rPr>
              <a:t>2026년 9월 · SantaHades Co., Ltd. (용인) · 대표 손용석 · hi@ori.pics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D4ED8"/>
                </a:solidFill>
                <a:latin typeface="Apple SD Gothic Neo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F172A"/>
                </a:solidFill>
                <a:latin typeface="Apple SD Gothic Neo"/>
              </a:rPr>
              <a:t>한 장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75569"/>
                </a:solidFill>
                <a:latin typeface="Apple SD Gothic Neo"/>
              </a:rPr>
              <a:t>OriPics · SantaHades Co., Ltd. · hi@ori.pics · ori.pics — 국제 표준 C2PA 적합성 인증 제품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56616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32918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Apple SD Gothic Neo"/>
              </a:rPr>
              <a:t>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57400"/>
            <a:ext cx="3291840" cy="3611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75569"/>
                </a:solidFill>
                <a:latin typeface="Apple SD Gothic Neo"/>
              </a:rPr>
              <a:t>• 렌터카 피해구제 1,743건 중 사고·손상 분쟁 617건(35%), 2023년 1위 (한국소비자원)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475569"/>
                </a:solidFill>
                <a:latin typeface="Apple SD Gothic Neo"/>
              </a:rPr>
              <a:t>• 업체 직원 사진은 '업체가 찍은 것'이라 고객이 믿지 않음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475569"/>
                </a:solidFill>
                <a:latin typeface="Apple SD Gothic Neo"/>
              </a:rPr>
              <a:t>• 직원용 앱은 사진을 압축 업로드 → 원본성·시각 증명이 약함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475569"/>
                </a:solidFill>
                <a:latin typeface="Apple SD Gothic Neo"/>
              </a:rPr>
              <a:t>• 고객 개인 사진은 카톡 전송으로 시각 정보 소실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475569"/>
                </a:solidFill>
                <a:latin typeface="Apple SD Gothic Neo"/>
              </a:rPr>
              <a:t>• 카모아 CS는 양쪽 사진의 시각을 검증할 수단이 없음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554480"/>
            <a:ext cx="3566160" cy="420624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645920"/>
            <a:ext cx="32918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D4ED8"/>
                </a:solidFill>
                <a:latin typeface="Apple SD Gothic Neo"/>
              </a:rPr>
              <a:t>제안 (1단계, 개발 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057400"/>
            <a:ext cx="3291840" cy="3611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75569"/>
                </a:solidFill>
                <a:latin typeface="Apple SD Gothic Neo"/>
              </a:rPr>
              <a:t>• 파트너 코드: 제휴 업체 직원·고객에게 OriPics 첫 달 무료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475569"/>
                </a:solidFill>
                <a:latin typeface="Apple SD Gothic Neo"/>
              </a:rPr>
              <a:t>• 전용 사서함 '카모아 인수·반납 기록': 검증 사진이 업체·카모아 지정 메일로 도착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475569"/>
                </a:solidFill>
                <a:latin typeface="Apple SD Gothic Neo"/>
              </a:rPr>
              <a:t>• 인수·반납 사진에 촬영 시각·GPS·기기 검증·원본 판정이 픽셀에 새겨짐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475569"/>
                </a:solidFill>
                <a:latin typeface="Apple SD Gothic Neo"/>
              </a:rPr>
              <a:t>• 고객·CS는 앱 없이 공개링크로 확인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475569"/>
                </a:solidFill>
                <a:latin typeface="Apple SD Gothic Neo"/>
              </a:rPr>
              <a:t>• 12주 파일럿 10개 업체, 비용 전액 OriPics 부담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554480"/>
            <a:ext cx="3566160" cy="420624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645920"/>
            <a:ext cx="32918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47857"/>
                </a:solidFill>
                <a:latin typeface="Apple SD Gothic Neo"/>
              </a:rPr>
              <a:t>카모아가 얻는 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057400"/>
            <a:ext cx="3291840" cy="3611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75569"/>
                </a:solidFill>
                <a:latin typeface="Apple SD Gothic Neo"/>
              </a:rPr>
              <a:t>• 분쟁 중재가 '링크 두 개 열어 보기'로 끝남 → CS 비용 감소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475569"/>
                </a:solidFill>
                <a:latin typeface="Apple SD Gothic Neo"/>
              </a:rPr>
              <a:t>• 리뷰 신뢰 지표 개선 (분쟁 리뷰 감소)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475569"/>
                </a:solidFill>
                <a:latin typeface="Apple SD Gothic Neo"/>
              </a:rPr>
              <a:t>• 무료 ERP에 검증 기능 추가 → 600개 업체 락인 강화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475569"/>
                </a:solidFill>
                <a:latin typeface="Apple SD Gothic Neo"/>
              </a:rPr>
              <a:t>• 과태료 전가 근거 확보 (서울 적발 1위 업종=렌터카)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475569"/>
                </a:solidFill>
                <a:latin typeface="Apple SD Gothic Neo"/>
              </a:rPr>
              <a:t>• 'C2PA 적합성 인증 제품 채택 첫 렌터카 플랫폼' 보도 소재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475569"/>
                </a:solidFill>
                <a:latin typeface="Apple SD Gothic Neo"/>
              </a:rPr>
              <a:t>• 해외 SaaS 진출에도 동일 적용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D4ED8"/>
                </a:solidFill>
                <a:latin typeface="Apple SD Gothic Neo"/>
              </a:rPr>
              <a:t>AS-IS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F172A"/>
                </a:solidFill>
                <a:latin typeface="Apple SD Gothic Neo"/>
              </a:rPr>
              <a:t>지금 카모아 제휴 업체의 인수·반납 사진은 이렇게 흐릅니다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75569"/>
                </a:solidFill>
                <a:latin typeface="Apple SD Gothic Neo"/>
              </a:rPr>
              <a:t>OriPics · SantaHades Co., Ltd. · hi@ori.pics · ori.pics — 국제 표준 C2PA 적합성 인증 제품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214884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1691640"/>
            <a:ext cx="329184" cy="329184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ple SD Gothic Ne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673352"/>
            <a:ext cx="1508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Apple SD Gothic Neo"/>
              </a:rPr>
              <a:t>예약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48840"/>
            <a:ext cx="1874520" cy="1691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475569"/>
                </a:solidFill>
                <a:latin typeface="Apple SD Gothic Neo"/>
              </a:rPr>
              <a:t>고객이 카모아 앱에서 예약 → 업체 파트너스 ERP에 예약 생성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715768" y="2633472"/>
            <a:ext cx="182880" cy="219456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16936" y="1554480"/>
            <a:ext cx="214884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054096" y="1691640"/>
            <a:ext cx="329184" cy="329184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ple SD Gothic Neo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5576" y="1673352"/>
            <a:ext cx="1508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Apple SD Gothic Neo"/>
              </a:rPr>
              <a:t>인수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54096" y="2148840"/>
            <a:ext cx="1874520" cy="1691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475569"/>
                </a:solidFill>
                <a:latin typeface="Apple SD Gothic Neo"/>
              </a:rPr>
              <a:t>직원이 직원용 앱으로 차량 손상 사진 촬영·업로드(압축), 전자계약서 휴대폰 서명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084064" y="2633472"/>
            <a:ext cx="182880" cy="219456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285232" y="1554480"/>
            <a:ext cx="214884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22392" y="1691640"/>
            <a:ext cx="329184" cy="329184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ple SD Gothic Ne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33872" y="1673352"/>
            <a:ext cx="1508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Apple SD Gothic Neo"/>
              </a:rPr>
              <a:t>고객 촬영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22392" y="2148840"/>
            <a:ext cx="1874520" cy="1691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475569"/>
                </a:solidFill>
                <a:latin typeface="Apple SD Gothic Neo"/>
              </a:rPr>
              <a:t>고객은 본인 폰으로 따로 찍어 두라는 권고 — 갤러리에만 남고 업체와 공유 안 됨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452360" y="2633472"/>
            <a:ext cx="182880" cy="219456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653528" y="1554480"/>
            <a:ext cx="214884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790688" y="1691640"/>
            <a:ext cx="329184" cy="329184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ple SD Gothic Neo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02168" y="1673352"/>
            <a:ext cx="1508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Apple SD Gothic Neo"/>
              </a:rPr>
              <a:t>반납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90688" y="2148840"/>
            <a:ext cx="1874520" cy="1691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475569"/>
                </a:solidFill>
                <a:latin typeface="Apple SD Gothic Neo"/>
              </a:rPr>
              <a:t>직원이 다시 촬영해 비교, 새 손상·유류 차액 청구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820656" y="2633472"/>
            <a:ext cx="182880" cy="219456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021824" y="1554480"/>
            <a:ext cx="2148840" cy="2377440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158984" y="1691640"/>
            <a:ext cx="329184" cy="329184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ple SD Gothic Neo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70464" y="1673352"/>
            <a:ext cx="1508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B45309"/>
                </a:solidFill>
                <a:latin typeface="Apple SD Gothic Neo"/>
              </a:rPr>
              <a:t>분쟁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58984" y="2148840"/>
            <a:ext cx="1874520" cy="1691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475569"/>
                </a:solidFill>
                <a:latin typeface="Apple SD Gothic Neo"/>
              </a:rPr>
              <a:t>업체 사진은 고객이 불신, 고객 사진은 시각 정보 없음 → 카모아 리뷰·CS로 항의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206240"/>
            <a:ext cx="11064240" cy="17373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133087"/>
            <a:ext cx="107899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D4ED8"/>
                </a:solidFill>
                <a:latin typeface="Apple SD Gothic Neo"/>
              </a:rPr>
              <a:t>확인된 사실 (공개 자료 기준)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480560"/>
            <a:ext cx="1078992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475569"/>
                </a:solidFill>
                <a:latin typeface="Apple SD Gothic Neo"/>
              </a:rPr>
              <a:t>• 카모아 파트너스: 2015년부터 개발한 71개 기능 무료 ERP, 전자계약서 휴대폰 작성·관리 (아이티데일리·아웃스탠딩)</a:t>
            </a:r>
          </a:p>
          <a:p>
            <a:pPr>
              <a:lnSpc>
                <a:spcPct val="120000"/>
              </a:lnSpc>
            </a:pPr>
            <a:r>
              <a:rPr sz="1200" b="0">
                <a:solidFill>
                  <a:srgbClr val="475569"/>
                </a:solidFill>
                <a:latin typeface="Apple SD Gothic Neo"/>
              </a:rPr>
              <a:t>• 카모아 직원용 앱: 2017년 '차량 대미지 사진'·전자계약서, 2021~22년 사진 압축 품질 개선, 2025년 연속 촬영(멀티샷) 카메라 추가 (App Store 버전 기록)</a:t>
            </a:r>
          </a:p>
          <a:p>
            <a:pPr>
              <a:lnSpc>
                <a:spcPct val="120000"/>
              </a:lnSpc>
            </a:pPr>
            <a:r>
              <a:rPr sz="1200" b="0">
                <a:solidFill>
                  <a:srgbClr val="475569"/>
                </a:solidFill>
                <a:latin typeface="Apple SD Gothic Neo"/>
              </a:rPr>
              <a:t>• 공식 FAQ의 알림톡은 '예약 완료 확인' 용도만 확인됨. 아래 두 가지는 미팅에서 확인할 질문:</a:t>
            </a:r>
          </a:p>
          <a:p>
            <a:pPr>
              <a:lnSpc>
                <a:spcPct val="120000"/>
              </a:lnSpc>
            </a:pPr>
            <a:r>
              <a:rPr sz="1200" b="1">
                <a:solidFill>
                  <a:srgbClr val="1D4ED8"/>
                </a:solidFill>
                <a:latin typeface="Apple SD Gothic Neo"/>
              </a:rPr>
              <a:t>   ① 인수·반납 때 고객에게 차량 사진을 요청·수집하는 절차(알림톡 URL 등)가 있습니까?</a:t>
            </a:r>
          </a:p>
          <a:p>
            <a:pPr>
              <a:lnSpc>
                <a:spcPct val="120000"/>
              </a:lnSpc>
            </a:pPr>
            <a:r>
              <a:rPr sz="1200" b="1">
                <a:solidFill>
                  <a:srgbClr val="1D4ED8"/>
                </a:solidFill>
                <a:latin typeface="Apple SD Gothic Neo"/>
              </a:rPr>
              <a:t>   ② 카모아 파트너스에서 업체가 고객에게 알림톡·문자를 보내는 기능이 있습니까?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D4ED8"/>
                </a:solidFill>
                <a:latin typeface="Apple SD Gothic Neo"/>
              </a:rPr>
              <a:t>WHY IT HURTS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F172A"/>
                </a:solidFill>
                <a:latin typeface="Apple SD Gothic Neo"/>
              </a:rPr>
              <a:t>분쟁의 구조 — 양쪽 사진 모두 '시각'을 증명하지 못합니다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75569"/>
                </a:solidFill>
                <a:latin typeface="Apple SD Gothic Neo"/>
              </a:rPr>
              <a:t>OriPics · SantaHades Co., Ltd. · hi@ori.pics · ori.pics — 국제 표준 C2PA 적합성 인증 제품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39496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51206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Apple SD Gothic Neo"/>
              </a:rPr>
              <a:t>업체 직원 사진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57400"/>
            <a:ext cx="5120640" cy="1691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75569"/>
                </a:solidFill>
                <a:latin typeface="Apple SD Gothic Neo"/>
              </a:rPr>
              <a:t>• 직원용 앱으로 촬영 → 압축 업로드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475569"/>
                </a:solidFill>
                <a:latin typeface="Apple SD Gothic Neo"/>
              </a:rPr>
              <a:t>• 고객 입장: '업체가 찍고 업체가 보관' → 사후 촬영·선택 의심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475569"/>
                </a:solidFill>
                <a:latin typeface="Apple SD Gothic Neo"/>
              </a:rPr>
              <a:t>• 원본성·촬영 시각을 제3자가 확인할 방법 없음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39496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45920"/>
            <a:ext cx="51206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Apple SD Gothic Neo"/>
              </a:rPr>
              <a:t>고객 개인 사진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057400"/>
            <a:ext cx="5120640" cy="1691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75569"/>
                </a:solidFill>
                <a:latin typeface="Apple SD Gothic Neo"/>
              </a:rPr>
              <a:t>• 본인 폰 카메라 → 갤러리 보관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475569"/>
                </a:solidFill>
                <a:latin typeface="Apple SD Gothic Neo"/>
              </a:rPr>
              <a:t>• 카톡·문자 전송 시 압축, EXIF(시각·위치) 소실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475569"/>
                </a:solidFill>
                <a:latin typeface="Apple SD Gothic Neo"/>
              </a:rPr>
              <a:t>• 업체 입장: '언제 찍은 건지 모른다' → 인정 안 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069080"/>
            <a:ext cx="11064240" cy="1920240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160520"/>
            <a:ext cx="107899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B45309"/>
                </a:solidFill>
                <a:latin typeface="Apple SD Gothic Neo"/>
              </a:rPr>
              <a:t>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26280"/>
            <a:ext cx="1078992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75569"/>
                </a:solidFill>
                <a:latin typeface="Apple SD Gothic Neo"/>
              </a:rPr>
              <a:t>• 분쟁이 길어지고 카모아 리뷰에 '흠집 뒤집어씌움' 후기가 남음 → 업체·플랫폼 신뢰 동반 하락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475569"/>
                </a:solidFill>
                <a:latin typeface="Apple SD Gothic Neo"/>
              </a:rPr>
              <a:t>• 카모아 CS가 중재하지만 판단 근거가 없어 시간이 걸림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475569"/>
                </a:solidFill>
                <a:latin typeface="Apple SD Gothic Neo"/>
              </a:rPr>
              <a:t>• 유류·주행거리 정산도 계기판 사진의 시각을 두고 같은 다툼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475569"/>
                </a:solidFill>
                <a:latin typeface="Apple SD Gothic Neo"/>
              </a:rPr>
              <a:t>• 과태료 통지가 나중에 와도 반납 시각을 증명하지 못해 업체가 부담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D4ED8"/>
                </a:solidFill>
                <a:latin typeface="Apple SD Gothic Neo"/>
              </a:rPr>
              <a:t>WHAT ORIPICS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F172A"/>
                </a:solidFill>
                <a:latin typeface="Apple SD Gothic Neo"/>
              </a:rPr>
              <a:t>OriPics — 사진이 '그 시각 그곳에서 실제 기기로 찍힌 원본'임을 증명합니다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75569"/>
                </a:solidFill>
                <a:latin typeface="Apple SD Gothic Neo"/>
              </a:rPr>
              <a:t>OriPics · SantaHades Co., Ltd. · hi@ori.pics · ori.pics — 국제 표준 C2PA 적합성 인증 제품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51206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Apple SD Gothic Neo"/>
              </a:rPr>
              <a:t>촬영 시점 기기 검증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57400"/>
            <a:ext cx="512064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75569"/>
                </a:solidFill>
                <a:latin typeface="Apple SD Gothic Neo"/>
              </a:rPr>
              <a:t>앱 카메라 셔터 순간 Apple App Attest · Google Play Integrity로 실제 기기·실제 촬영임을 서버가 확인 (앱 촬영분)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45920"/>
            <a:ext cx="51206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Apple SD Gothic Neo"/>
              </a:rPr>
              <a:t>픽셀 단위 원본 판정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057400"/>
            <a:ext cx="512064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75569"/>
                </a:solidFill>
                <a:latin typeface="Apple SD Gothic Neo"/>
              </a:rPr>
              <a:t>보이지 않는 디지털 지문을 픽셀에 새김. 한 픽셀만 바뀌어도 '변조'로 표시. 압축·전송 후에도 판독 가능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52044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611880"/>
            <a:ext cx="51206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Apple SD Gothic Neo"/>
              </a:rPr>
              <a:t>국제 표준 C2PA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23360"/>
            <a:ext cx="512064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75569"/>
                </a:solidFill>
                <a:latin typeface="Apple SD Gothic Neo"/>
              </a:rPr>
              <a:t>C2PA 매니페스트(SSL.com 인증서·RFC 3161 타임스탬프) 동봉. C2PA 공식 적합 제품 목록 등재, Adobe Inspect 등 외부 도구로도 검증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52044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3611880"/>
            <a:ext cx="51206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Apple SD Gothic Neo"/>
              </a:rPr>
              <a:t>공개링크 검증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023360"/>
            <a:ext cx="512064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75569"/>
                </a:solidFill>
                <a:latin typeface="Apple SD Gothic Neo"/>
              </a:rPr>
              <a:t>촬영 시각·GPS·기기·원본 여부를 링크 하나로 확인. 받는 쪽은 앱 설치·로그인 불필요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577840"/>
            <a:ext cx="110642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75569"/>
                </a:solidFill>
                <a:latin typeface="Apple SD Gothic Neo"/>
              </a:rPr>
              <a:t>※ OriPics는 촬영 시각·위치·기기·원본 여부를 증명하는 도구입니다. 증거 능력의 인정 여부는 심사 기관이 판단하며, 파일로 올린 이미지는 인증 시점부터 원본임을 증명합니다.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D4ED8"/>
                </a:solidFill>
                <a:latin typeface="Apple SD Gothic Neo"/>
              </a:rPr>
              <a:t>PROPOSAL · PHASE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F172A"/>
                </a:solidFill>
                <a:latin typeface="Apple SD Gothic Neo"/>
              </a:rPr>
              <a:t>1단계 — 개발 연동 없이, 파트너 코드와 전용 사서함으로 시작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75569"/>
                </a:solidFill>
                <a:latin typeface="Apple SD Gothic Neo"/>
              </a:rPr>
              <a:t>OriPics · SantaHades Co., Ltd. · hi@ori.pics · ori.pics — 국제 표준 C2PA 적합성 인증 제품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39496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51206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Apple SD Gothic Neo"/>
              </a:rPr>
              <a:t>파트너 코드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57400"/>
            <a:ext cx="5120640" cy="1508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75569"/>
                </a:solidFill>
                <a:latin typeface="Apple SD Gothic Neo"/>
              </a:rPr>
              <a:t>• 카모아 파트너스 공지로 제휴 업체에 배포 → 직원 폰에 OriPics 설치·코드 등록(첫 달 Pro 무료)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475569"/>
                </a:solidFill>
                <a:latin typeface="Apple SD Gothic Neo"/>
              </a:rPr>
              <a:t>• 예약 확정 안내에 고객용 코드 한 줄 → 고객도 검증 사진 촬영 가능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475569"/>
                </a:solidFill>
                <a:latin typeface="Apple SD Gothic Neo"/>
              </a:rPr>
              <a:t>• 비용: 파일럿 기간 전액 OriPics 부담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394960" cy="210312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45920"/>
            <a:ext cx="51206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D4ED8"/>
                </a:solidFill>
                <a:latin typeface="Apple SD Gothic Neo"/>
              </a:rPr>
              <a:t>전용 비공개 사서함 '카모아 인수·반납 기록'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057400"/>
            <a:ext cx="5120640" cy="1508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75569"/>
                </a:solidFill>
                <a:latin typeface="Apple SD Gothic Neo"/>
              </a:rPr>
              <a:t>• 업체 직원이 앱 제출탭에서 사서함 선택 → 사진이 기기에서 업체 메일·카모아 지정 메일로 직접 전송(제목에 예약 번호)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475569"/>
                </a:solidFill>
                <a:latin typeface="Apple SD Gothic Neo"/>
              </a:rPr>
              <a:t>• OriPics 서버는 공개링크 발행분만 보관, 미발행 사진 미보관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475569"/>
                </a:solidFill>
                <a:latin typeface="Apple SD Gothic Neo"/>
              </a:rPr>
              <a:t>• 사서함 개설·수신 메일 지정은 OriPics가 처리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86200"/>
            <a:ext cx="11064240" cy="21031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977639"/>
            <a:ext cx="107899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D4ED8"/>
                </a:solidFill>
                <a:latin typeface="Apple SD Gothic Neo"/>
              </a:rPr>
              <a:t>기존 흐름은 그대로, 검증 사진만 추가됩니다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43400"/>
            <a:ext cx="10789920" cy="1554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75569"/>
                </a:solidFill>
                <a:latin typeface="Apple SD Gothic Neo"/>
              </a:rPr>
              <a:t>• 직원용 앱 손상 사진·전자계약서는 지금처럼 진행합니다. OriPics 촬영은 4면·손상 부위·계기판을 한 번 더 찍는 것으로, 장당 몇 초입니다.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475569"/>
                </a:solidFill>
                <a:latin typeface="Apple SD Gothic Neo"/>
              </a:rPr>
              <a:t>• 공개 메모(100자)에 '앞 범퍼 좌측 기존 스크래치'처럼 적으면 링크에 함께 표시됩니다.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475569"/>
                </a:solidFill>
                <a:latin typeface="Apple SD Gothic Neo"/>
              </a:rPr>
              <a:t>• 고객에게는 인수 사진 링크를 문자로 보냅니다. 고객은 출발 전 본인 폰 브라우저에서 확인합니다.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475569"/>
                </a:solidFill>
                <a:latin typeface="Apple SD Gothic Neo"/>
              </a:rPr>
              <a:t>• 카모아 CS는 분쟁 시 인수·반납 링크 두 개를 열어 시각·원본만 확인하면 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D4ED8"/>
                </a:solidFill>
                <a:latin typeface="Apple SD Gothic Neo"/>
              </a:rPr>
              <a:t>TO-BE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F172A"/>
                </a:solidFill>
                <a:latin typeface="Apple SD Gothic Neo"/>
              </a:rPr>
              <a:t>제휴 후 — 인수에서 분쟁 판단까지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75569"/>
                </a:solidFill>
                <a:latin typeface="Apple SD Gothic Neo"/>
              </a:rPr>
              <a:t>OriPics · SantaHades Co., Ltd. · hi@ori.pics · ori.pics — 국제 표준 C2PA 적합성 인증 제품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214884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1691640"/>
            <a:ext cx="329184" cy="329184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ple SD Gothic Ne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673352"/>
            <a:ext cx="1508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Apple SD Gothic Neo"/>
              </a:rPr>
              <a:t>코드 등록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48840"/>
            <a:ext cx="1874520" cy="1965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475569"/>
                </a:solidFill>
                <a:latin typeface="Apple SD Gothic Neo"/>
              </a:rPr>
              <a:t>파트너스 공지 → 업체 직원 폰에 OriPics 설치·코드 등록. 고객은 예약 안내의 코드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715768" y="2770632"/>
            <a:ext cx="182880" cy="219456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16936" y="1554480"/>
            <a:ext cx="214884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054096" y="1691640"/>
            <a:ext cx="329184" cy="329184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ple SD Gothic Neo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5576" y="1673352"/>
            <a:ext cx="1508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Apple SD Gothic Neo"/>
              </a:rPr>
              <a:t>인수 촬영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54096" y="2148840"/>
            <a:ext cx="1874520" cy="1965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475569"/>
                </a:solidFill>
                <a:latin typeface="Apple SD Gothic Neo"/>
              </a:rPr>
              <a:t>4면·휠·유리·계기판·기존 손상을 OriPics로 촬영. 시각·GPS·기기 검증 자동, 메모 기입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084064" y="2770632"/>
            <a:ext cx="182880" cy="219456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285232" y="1554480"/>
            <a:ext cx="214884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22392" y="1691640"/>
            <a:ext cx="329184" cy="329184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ple SD Gothic Ne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33872" y="1673352"/>
            <a:ext cx="1508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Apple SD Gothic Neo"/>
              </a:rPr>
              <a:t>전송·공유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22392" y="2148840"/>
            <a:ext cx="1874520" cy="1965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475569"/>
                </a:solidFill>
                <a:latin typeface="Apple SD Gothic Neo"/>
              </a:rPr>
              <a:t>인증 → 링크 생성 → 사서함으로 업체·카모아 메일 전송. 고객에게 링크 문자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452360" y="2770632"/>
            <a:ext cx="182880" cy="219456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653528" y="1554480"/>
            <a:ext cx="214884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790688" y="1691640"/>
            <a:ext cx="329184" cy="329184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ple SD Gothic Neo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02168" y="1673352"/>
            <a:ext cx="1508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Apple SD Gothic Neo"/>
              </a:rPr>
              <a:t>반납 촬영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90688" y="2148840"/>
            <a:ext cx="1874520" cy="1965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475569"/>
                </a:solidFill>
                <a:latin typeface="Apple SD Gothic Neo"/>
              </a:rPr>
              <a:t>같은 절차. 새 손상은 인수·반납 링크를 나란히 보여 청구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820656" y="2770632"/>
            <a:ext cx="182880" cy="219456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021824" y="1554480"/>
            <a:ext cx="2148840" cy="265176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158984" y="1691640"/>
            <a:ext cx="329184" cy="329184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ple SD Gothic Neo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70464" y="1673352"/>
            <a:ext cx="1508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47857"/>
                </a:solidFill>
                <a:latin typeface="Apple SD Gothic Neo"/>
              </a:rPr>
              <a:t>분쟁 판단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58984" y="2148840"/>
            <a:ext cx="1874520" cy="1965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475569"/>
                </a:solidFill>
                <a:latin typeface="Apple SD Gothic Neo"/>
              </a:rPr>
              <a:t>카모아 CS: 링크 두 개 열어 시각·원본 확인 후 판단. 과태료는 반납 시각 링크로 이용자 특정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480560"/>
            <a:ext cx="11064240" cy="14630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572000"/>
            <a:ext cx="1078992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75569"/>
                </a:solidFill>
                <a:latin typeface="Apple SD Gothic Neo"/>
              </a:rPr>
              <a:t>• 카모아 앱·파트너스 화면은 1단계에서 바뀌지 않습니다. 바뀌는 것은 '사진에 붙어 있는 정보'와 '사진이 도착하는 곳'입니다.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475569"/>
                </a:solidFill>
                <a:latin typeface="Apple SD Gothic Neo"/>
              </a:rPr>
              <a:t>• 고객이 같은 사서함에 보내려면 사서함 번호·비밀번호를 예약 안내에 넣는 운영 합의가 필요합니다.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475569"/>
                </a:solidFill>
                <a:latin typeface="Apple SD Gothic Neo"/>
              </a:rPr>
              <a:t>• 예약 번호는 1단계에서 메일 제목에 직접 입력 → 2단계에서 자동화.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D4ED8"/>
                </a:solidFill>
                <a:latin typeface="Apple SD Gothic Neo"/>
              </a:rPr>
              <a:t>BENEFITS FOR CARMORE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F172A"/>
                </a:solidFill>
                <a:latin typeface="Apple SD Gothic Neo"/>
              </a:rPr>
              <a:t>카모아가 얻는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75569"/>
                </a:solidFill>
                <a:latin typeface="Apple SD Gothic Neo"/>
              </a:rPr>
              <a:t>OriPics · SantaHades Co., Ltd. · hi@ori.pics · ori.pics — 국제 표준 C2PA 적합성 인증 제품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566160" cy="196596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32918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47857"/>
                </a:solidFill>
                <a:latin typeface="Apple SD Gothic Neo"/>
              </a:rPr>
              <a:t>분쟁 중재 비용 감소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57400"/>
            <a:ext cx="329184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75569"/>
                </a:solidFill>
                <a:latin typeface="Apple SD Gothic Neo"/>
              </a:rPr>
              <a:t>CS가 인수·반납 링크 두 개로 판단. '언제 찍었나' 논쟁 자체가 사라짐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554480"/>
            <a:ext cx="356616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39" y="1645920"/>
            <a:ext cx="32918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Apple SD Gothic Neo"/>
              </a:rPr>
              <a:t>리뷰 신뢰 지표 개선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39" y="2057400"/>
            <a:ext cx="329184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75569"/>
                </a:solidFill>
                <a:latin typeface="Apple SD Gothic Neo"/>
              </a:rPr>
              <a:t>흠집·과태료 분쟁 후기('기스 20~50만 원', '과태료 2달 뒤 통보') 감소 → 리뷰 시스템 신뢰 강화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8" y="1554480"/>
            <a:ext cx="3566160" cy="196596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78" y="1645920"/>
            <a:ext cx="32918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47857"/>
                </a:solidFill>
                <a:latin typeface="Apple SD Gothic Neo"/>
              </a:rPr>
              <a:t>600개 업체 락인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8" y="2057400"/>
            <a:ext cx="329184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75569"/>
                </a:solidFill>
                <a:latin typeface="Apple SD Gothic Neo"/>
              </a:rPr>
              <a:t>무료 ERP에 '검증 사진' 기능이 더해져 경쟁 플랫폼 이탈 유인 감소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03320"/>
            <a:ext cx="356616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794760"/>
            <a:ext cx="32918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Apple SD Gothic Neo"/>
              </a:rPr>
              <a:t>업체 손실 방어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06240"/>
            <a:ext cx="329184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75569"/>
                </a:solidFill>
                <a:latin typeface="Apple SD Gothic Neo"/>
              </a:rPr>
              <a:t>과태료(서울 적발 1위 업종=렌터카)·손상 청구의 근거 확보 → 업체 만족도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79" y="3703320"/>
            <a:ext cx="356616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39" y="3794760"/>
            <a:ext cx="32918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Apple SD Gothic Neo"/>
              </a:rPr>
              <a:t>보도·마케팅 소재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39" y="4206240"/>
            <a:ext cx="329184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75569"/>
                </a:solidFill>
                <a:latin typeface="Apple SD Gothic Neo"/>
              </a:rPr>
              <a:t>'C2PA 적합성 인증 제품을 채택한 첫 렌터카 플랫폼' — 신뢰를 파는 플랫폼에 맞는 메시지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18" y="3703320"/>
            <a:ext cx="356616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78" y="3794760"/>
            <a:ext cx="32918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Apple SD Gothic Neo"/>
              </a:rPr>
              <a:t>개발 없이, 비용 없이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8" y="4206240"/>
            <a:ext cx="329184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75569"/>
                </a:solidFill>
                <a:latin typeface="Apple SD Gothic Neo"/>
              </a:rPr>
              <a:t>자체 개발 시 기기 검증·원본 판정·C2PA 서명 각각 수개월. 파일럿은 공지 한 번과 메일 수신처 하나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D4ED8"/>
                </a:solidFill>
                <a:latin typeface="Apple SD Gothic Neo"/>
              </a:rPr>
              <a:t>PHASE 2 &amp; 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F172A"/>
                </a:solidFill>
                <a:latin typeface="Apple SD Gothic Neo"/>
              </a:rPr>
              <a:t>2단계 연동 옵션과 요금 모델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75569"/>
                </a:solidFill>
                <a:latin typeface="Apple SD Gothic Neo"/>
              </a:rPr>
              <a:t>OriPics · SantaHades Co., Ltd. · hi@ori.pics · ori.pics — 국제 표준 C2PA 적합성 인증 제품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39496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51206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Apple SD Gothic Neo"/>
              </a:rPr>
              <a:t>2단계 연동 (파일럿 결과 후, 카모아 선택)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57400"/>
            <a:ext cx="5120640" cy="2057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75569"/>
                </a:solidFill>
                <a:latin typeface="Apple SD Gothic Neo"/>
              </a:rPr>
              <a:t>• 파트너스 ERP 손상 사진 항목에 '검증 링크' 필드 추가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475569"/>
                </a:solidFill>
                <a:latin typeface="Apple SD Gothic Neo"/>
              </a:rPr>
              <a:t>• 직원용 앱에서 OriPics 딥링크 촬영 → 예약 번호 자동 첨부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475569"/>
                </a:solidFill>
                <a:latin typeface="Apple SD Gothic Neo"/>
              </a:rPr>
              <a:t>• 카모아 앱 예약 상세에 인수·반납 링크 표시 → 고객이 앱 안에서 확인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475569"/>
                </a:solidFill>
                <a:latin typeface="Apple SD Gothic Neo"/>
              </a:rPr>
              <a:t>• 검증 API: 카모아 CS 도구에서 링크 검증 결과 자동 표시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394960" cy="265176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45920"/>
            <a:ext cx="51206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D4ED8"/>
                </a:solidFill>
                <a:latin typeface="Apple SD Gothic Neo"/>
              </a:rPr>
              <a:t>요금 모델 (파일럿 종료 후)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057400"/>
            <a:ext cx="5120640" cy="2057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75569"/>
                </a:solidFill>
                <a:latin typeface="Apple SD Gothic Neo"/>
              </a:rPr>
              <a:t>• 파일럿 12주: 카모아·업체 부담 0원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475569"/>
                </a:solidFill>
                <a:latin typeface="Apple SD Gothic Neo"/>
              </a:rPr>
              <a:t>• 이후 택1: 업체 정액 월 99,000원(5계정·촬영 무제한) 또는 차량당 월 500원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475569"/>
                </a:solidFill>
                <a:latin typeface="Apple SD Gothic Neo"/>
              </a:rPr>
              <a:t>• 카모아가 배포·정산하면 파트너스 부가 서비스로 편입 가능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475569"/>
                </a:solidFill>
                <a:latin typeface="Apple SD Gothic Neo"/>
              </a:rPr>
              <a:t>• 고객 개인은 원데이 패스 3,300원·Pro 9,900원 기존 상품 그대로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434840"/>
            <a:ext cx="11064240" cy="1554480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526280"/>
            <a:ext cx="107899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B45309"/>
                </a:solidFill>
                <a:latin typeface="Apple SD Gothic Neo"/>
              </a:rPr>
              <a:t>준수 사항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92040"/>
            <a:ext cx="10789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75569"/>
                </a:solidFill>
                <a:latin typeface="Apple SD Gothic Neo"/>
              </a:rPr>
              <a:t>• 차량번호·고객 얼굴이 포함될 수 있는 사진은 기기에서 지정 메일로 직접 전송되며 OriPics 서버에 저장되지 않습니다(공개링크 발행분 제외).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475569"/>
                </a:solidFill>
                <a:latin typeface="Apple SD Gothic Neo"/>
              </a:rPr>
              <a:t>• OriPics는 촬영 시각·위치·기기·원본 여부를 증명하는 도구이며 증거 능력 인정은 심사 기관(보험사·법원)이 판단합니다. 촬영 시점 기기 검증은 앱 촬영분에 적용됩니다.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D4ED8"/>
                </a:solidFill>
                <a:latin typeface="Apple SD Gothic Neo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F172A"/>
                </a:solidFill>
                <a:latin typeface="Apple SD Gothic Neo"/>
              </a:rPr>
              <a:t>실행 일정과 요청 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75569"/>
                </a:solidFill>
                <a:latin typeface="Apple SD Gothic Neo"/>
              </a:rPr>
              <a:t>OriPics · SantaHades Co., Ltd. · hi@ori.pics · ori.pics — 국제 표준 C2PA 적합성 인증 제품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110642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7863840"/>
                <a:gridCol w="1737360"/>
              </a:tblGrid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</a:rPr>
                        <a:t>단계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</a:rPr>
                        <a:t>내용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</a:rPr>
                        <a:t>기간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Apple SD Gothic Neo"/>
                        </a:rPr>
                        <a:t>준비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Apple SD Gothic Neo"/>
                        </a:rPr>
                        <a:t>담당자 미팅 30분 → 사서함 개설(수신 메일 지정) → 파일럿 업체 10곳 선정, 직원 15분 온보딩(원격)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Apple SD Gothic Neo"/>
                        </a:rPr>
                        <a:t>1주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Apple SD Gothic Neo"/>
                        </a:rPr>
                        <a:t>파일럿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Apple SD Gothic Neo"/>
                        </a:rPr>
                        <a:t>인수·반납 검증 사진 접수 · 고객 링크 문자 · 월 1회 중간 점검(10분)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Apple SD Gothic Neo"/>
                        </a:rPr>
                        <a:t>12주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Apple SD Gothic Neo"/>
                        </a:rPr>
                        <a:t>보고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Apple SD Gothic Neo"/>
                        </a:rPr>
                        <a:t>접수 건수, 분쟁 발생·해결 소요 변화, 업체·고객 의견 → 확대·연동·중단 판단 자료 1장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72A"/>
                          </a:solidFill>
                          <a:latin typeface="Apple SD Gothic Neo"/>
                        </a:rPr>
                        <a:t>13주차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3840480"/>
            <a:ext cx="539496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931920"/>
            <a:ext cx="51206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Apple SD Gothic Neo"/>
              </a:rPr>
              <a:t>카모아에 요청드리는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343400"/>
            <a:ext cx="5120640" cy="1508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75569"/>
                </a:solidFill>
                <a:latin typeface="Apple SD Gothic Neo"/>
              </a:rPr>
              <a:t>① 파트너 담당자 미팅 30분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475569"/>
                </a:solidFill>
                <a:latin typeface="Apple SD Gothic Neo"/>
              </a:rPr>
              <a:t>② 파일럿 참여 업체 10곳 추천(제주 중심 권장)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475569"/>
                </a:solidFill>
                <a:latin typeface="Apple SD Gothic Neo"/>
              </a:rPr>
              <a:t>③ 파트너스 공지 1회 + 예약 안내 문구 한 줄 검토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475569"/>
                </a:solidFill>
                <a:latin typeface="Apple SD Gothic Neo"/>
              </a:rPr>
              <a:t>④ 파일럿 후 2단계 연동 여부 논의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840480"/>
            <a:ext cx="5394960" cy="210312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3931920"/>
            <a:ext cx="51206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47857"/>
                </a:solidFill>
                <a:latin typeface="Apple SD Gothic Neo"/>
              </a:rPr>
              <a:t>OriPics가 준비한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4343400"/>
            <a:ext cx="5120640" cy="1508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75569"/>
                </a:solidFill>
                <a:latin typeface="Apple SD Gothic Neo"/>
              </a:rPr>
              <a:t>• 렌터카 직군 랜딩(ori.pics/for/rental-fleet) · 인수·반납 상태 확인서 PDF 양식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475569"/>
                </a:solidFill>
                <a:latin typeface="Apple SD Gothic Neo"/>
              </a:rPr>
              <a:t>• 업체 직원용 15분 교육 슬라이드 · 고객 안내 문구 초안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475569"/>
                </a:solidFill>
                <a:latin typeface="Apple SD Gothic Neo"/>
              </a:rPr>
              <a:t>• C2PA 공식 적합 제품 목록 링크 · 검증 방법 FAQ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475569"/>
                </a:solidFill>
                <a:latin typeface="Apple SD Gothic Neo"/>
              </a:rPr>
              <a:t>• 연락: hi@ori.pics · SantaHades Co., Ltd.(용인) · 대표 손용석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